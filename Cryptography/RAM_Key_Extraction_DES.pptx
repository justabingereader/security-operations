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83464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C21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88720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RESEARCH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Key Extraction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 Encryption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Key Lifecycle, Memory Forensics &amp; C# Limitations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Cryptography Assignment  |  April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//  Byte vs String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Used Bytes Instead of Strings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347472"/>
          </a:xfrm>
          <a:prstGeom prst="rect">
            <a:avLst/>
          </a:prstGeom>
          <a:solidFill>
            <a:srgbClr val="2D1B1B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String (UTF-16)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in C# are UTF-16 encoded — each character uses 16 bits (2 bytes)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above code point 127 can cause encoding corruption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random/garbage symbols in raw memory contexts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String.Length returns character count, not byte size — misleading for crypto 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zero out — CLR may keep internal copies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148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4114800" cy="347472"/>
          </a:xfrm>
          <a:prstGeom prst="rect">
            <a:avLst/>
          </a:prstGeom>
          <a:solidFill>
            <a:srgbClr val="1B2D1E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Byte Array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is exactly 1 byte — no encoding overhead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Byte.Length gives true memory footprint directly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GCHandle pinning for raw memory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passed to Array.Clear() to wipe from managed heap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accurate hex representation for FTK/HxD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//  Code Walkthrough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Pinning &amp; Secure Wipe Logic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463040"/>
          </a:xfrm>
          <a:prstGeom prst="rect">
            <a:avLst/>
          </a:prstGeom>
          <a:solidFill>
            <a:srgbClr val="010409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GCHandle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GCHandle.</a:t>
            </a:r>
            <a:pPr indent="0" marL="0">
              <a:buNone/>
            </a:pPr>
            <a:r>
              <a:rPr lang="en-US" sz="14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(secretKey, GCHandleType.</a:t>
            </a:r>
            <a:pPr indent="0" marL="0"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Pinned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</a:t>
            </a:r>
            <a:pPr indent="0" marL="0">
              <a:buNone/>
            </a:pPr>
            <a:r>
              <a:rPr lang="en-US" sz="14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(secretKey, </a:t>
            </a:r>
            <a:pPr indent="0" marL="0">
              <a:buNone/>
            </a:pPr>
            <a:r>
              <a:rPr lang="en-US" sz="1400" dirty="0">
                <a:solidFill>
                  <a:srgbClr val="F78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secretKey.</a:t>
            </a:r>
            <a:pPr indent="0" marL="0"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handle.</a:t>
            </a:r>
            <a:pPr indent="0" marL="0">
              <a:buNone/>
            </a:pPr>
            <a:r>
              <a:rPr lang="en-US" sz="14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27432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9260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980944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GCHandle.Alloc( Pinned 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337560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the key byte array in RAM so the CLR garbage collector cannot move it — gives us a stable memory address for forensic capture.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926080"/>
            <a:ext cx="27432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9260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980944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Array.Clear( length 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3337560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Zeroes out the byte array contents. Uses secretKey.Length (not ×2) because it's a byte[], not a string. Clears the managed heap copy.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926080"/>
            <a:ext cx="27432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9260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980944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handle.Free()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3337560"/>
            <a:ext cx="25237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Unpins the object from memory, allowing the CLR to garbage collect or relocate it. Must be called after Clear to avoid memory leaks.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//  Debugging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 &amp; Verification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640080" cy="1508760"/>
          </a:xfrm>
          <a:prstGeom prst="rect">
            <a:avLst/>
          </a:prstGeom>
          <a:solidFill>
            <a:srgbClr val="0D1F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87452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Key Assignment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secretKey was null — establishes a clean baseline before any key material enters memory.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1148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640080" cy="1508760"/>
          </a:xfrm>
          <a:prstGeom prst="rect">
            <a:avLst/>
          </a:prstGeom>
          <a:solidFill>
            <a:srgbClr val="2D22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87452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A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40680" y="1463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GCHandle.Alloc (Removed)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8745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set here to capture key before pinning. Removed to prevent any CLR access before the wipe routine ran.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640080" cy="1508760"/>
          </a:xfrm>
          <a:prstGeom prst="rect">
            <a:avLst/>
          </a:prstGeom>
          <a:solidFill>
            <a:srgbClr val="0D1F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52044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File Decryption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5204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that the key was loaded and the decryption routine was about to execute — confirmed correct key path.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1148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17520"/>
            <a:ext cx="640080" cy="1508760"/>
          </a:xfrm>
          <a:prstGeom prst="rect">
            <a:avLst/>
          </a:prstGeom>
          <a:solidFill>
            <a:srgbClr val="0D1F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352044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31089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Wipe Routine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352044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Array.Clear(). Confirmed it zeroed the managed copy — but Windows internal crypto buffers remain beyond C# reach.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//  Memory Forensics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Dump Analysis with FTK &amp; HxD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5448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08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2402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Bytes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code to output key as byte[], not string. Captured from debugger watch window.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306324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371600"/>
            <a:ext cx="155448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1508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084832" y="21488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22402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Hex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27432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 convert byte values to hex: d9 27 6c 6a d5 3b 1d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47872" y="306324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371600"/>
            <a:ext cx="155448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12464" y="1508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803904" y="21488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22402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RAM Dump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03904" y="27432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FTK Imager to dump full RAM (~15 GB) to disk for offline analysis.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66944" y="306324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1371600"/>
            <a:ext cx="155448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31536" y="1508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522976" y="21488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22402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 HxD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22976" y="27432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hex string in HxD. Found exact key bytes in dump — confirmed key was in RAM.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86016" y="3063240"/>
            <a:ext cx="16459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371600"/>
            <a:ext cx="155448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50608" y="1508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242048" y="2148840"/>
            <a:ext cx="1371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2402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Key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42048" y="2743200"/>
            <a:ext cx="137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bytes back into code. File decrypted successfully — proving key validity.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1F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Extracted Key (Hex):   d9  27  6c  6a  d5  3b  1d  db   →   64-bit DES key  (56-bit effective  |  8-bit parity)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// 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C# Cannot Fully Wipe DES Keys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846320" cy="3520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DES operations run, Windows creates internal managed buffers in the CSP (Cryptographic Service Provider) layer.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buffers live in unmanaged memory — outside the CLR's jurisdiction.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can only clear the copy it created. It cannot reach into Windows' internal crypto buffer to wipe the key from there.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unsafe code and manual memory zeroing were tested — the Windows CSP copy remains.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1371600"/>
            <a:ext cx="3429000" cy="1600200"/>
          </a:xfrm>
          <a:prstGeom prst="rect">
            <a:avLst/>
          </a:prstGeom>
          <a:solidFill>
            <a:srgbClr val="1B0D0D"/>
          </a:solidFill>
          <a:ln w="12700">
            <a:solidFill>
              <a:srgbClr val="F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14813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Attempted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8745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all copies with a loop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pointer code to wipe CLR buffer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GCHandle + Array.Clear (partial success)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3108960"/>
            <a:ext cx="3429000" cy="1783080"/>
          </a:xfrm>
          <a:prstGeom prst="rect">
            <a:avLst/>
          </a:prstGeom>
          <a:solidFill>
            <a:srgbClr val="0B1E1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3218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3584448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AES instead of DES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has better support for secure memory cleanup in .NET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is not vulnerable to DES's internal buffer retention issue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//  AI Usage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LLMs in This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81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Code Explanation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explained each line of the C# key-wiping code — GCHandle, Array.Clear, pinning — translating unfamiliar syntax into understandable concepts.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81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Format Conversion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019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 convert the byte array output from the debugger into hex format (e.g. D9 27 6C 6A...) ready for searching in HxD.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172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5935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clarified why C# cannot reach Windows CSP internal buffers — explaining the boundary between managed CLR memory and unmanaged crypto providers.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06324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172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Breakpoint Strategy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5935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helped identify where to place breakpoints for maximum visibility into key material — before assignment, during pinning, and before decryption.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F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Outcome:  Saved time  ·  Improved understanding  ·  Clarified C# limitations  ·  Guided breakpoint placement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//  Reflection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630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capture and analyse RAM dumps using FTK Imager and HxD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DES keys are stored and persist in memory as byte arrays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managed CLR memory and Windows CSP internal buffers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DES has inherent limitations — only 56 of 64 bits are used for encryption; 8 bits are parity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AES is more suitable for secure key cleanup and real-world cryptographic applications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GCHandle to pin objects and safely clear them from the managed heap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implications of key remanence — keys that survive even after 'deletion' attempts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F2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bridged theory and practice — from writing C# crypto code to finding its key in 15 GB of raw RAM.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RAM Key Extraction &amp; DES Encryption</dc:title>
  <dc:subject>PptxGenJS Presentation</dc:subject>
  <dc:creator>PptxGenJS</dc:creator>
  <cp:lastModifiedBy>PptxGenJS</cp:lastModifiedBy>
  <cp:revision>1</cp:revision>
  <dcterms:created xsi:type="dcterms:W3CDTF">2026-04-21T21:33:35Z</dcterms:created>
  <dcterms:modified xsi:type="dcterms:W3CDTF">2026-04-21T21:33:35Z</dcterms:modified>
</cp:coreProperties>
</file>